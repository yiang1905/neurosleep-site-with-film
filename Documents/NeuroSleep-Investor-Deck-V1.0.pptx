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22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220"/>
                </a:solidFill>
                <a:latin typeface="Calibri"/>
              </a:rPr>
              <a:t>Global Sleep Tech Devices Market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sleep tech devices market ($B)</c:v>
                </c:pt>
              </c:strCache>
            </c:strRef>
          </c:tx>
          <c:spPr>
            <a:solidFill>
              <a:srgbClr val="00A8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</c:v>
                  </c:pt>
                  <c:pt idx="2">
                    <c:v>2031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29.6</c:v>
                </c:pt>
                <c:pt idx="1">
                  <c:v>34.7</c:v>
                </c:pt>
                <c:pt idx="2">
                  <c:v>79.9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CONCEPT  ·  SEEKING A TECHNICAL PARTNER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NeuroSleep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AI-Adaptive Sleep Pillow — Concept Overview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early-stage concept, shared openly — not a confidential formal offering.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I'm Building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E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snore, and I've dealt with enough bad sleep — mine and other people's — to want to build something better than a passive pillow.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a hardware engineer. This deck reflects a concept I developed using AI tools: product direction, system design thinking, and market positioning.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finished company, and I won't pretend it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9202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202996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9202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333756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344728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337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06640" y="47548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486460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4754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Products Don't Close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Reported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sleep is among the most common health complaints in surveys across developed countries.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548640" cy="54864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Comfort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971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Mattresses and pillows that don't adapt to the individual — comfort is fixed, not responsive.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548640" cy="54864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Only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9718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and apps report data without acting on it — insight without intervention.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products close the loop between sensing and real-time physical adaptation — that gap is the opportunity this concept targets.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Sense, Decide, Adapt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373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mapping across the pillow surface, plus an optical heart-rate sensor (PPG) — chosen because it's plausible in a soft pillow form factor.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AI model interprets posture and comfort signals in real time.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00A8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6576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height, firmness, and temperature adjust through the night in response.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 on stage: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validation, no regulatory submission, and no diagnostic capability exist yet. These would be later milestones pursued with proper testing and the right partner.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Growing Market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~18% CAGR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2031 projected growth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0175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Sleep Tech Devices Market report, cross-checked against four other independent research firms clustering in the same range.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44348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players — Eight Sleep, Moona, ChiliSleep, ResMed, Oura — already show consumers pay for smart sleep hardware. NeuroSleep's differentiation still needs to be proven with a real prototype.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Not Uncontested,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373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75320" y="1737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stand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3172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Sleep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33172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Mattress-level temperature + tracking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331720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analogue in market position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10698480" cy="658368"/>
          </a:xfrm>
          <a:prstGeom prst="rect">
            <a:avLst/>
          </a:prstGeom>
          <a:solidFill>
            <a:srgbClr val="EAEEF1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9008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Moona / ChiliSleep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99008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Temperature-focused sleep accessories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99008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Single-parameter adaptation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0698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4845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Oura / ResMed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364845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health monitoring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648456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adaptation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10698480" cy="658368"/>
          </a:xfrm>
          <a:prstGeom prst="rect">
            <a:avLst/>
          </a:prstGeom>
          <a:solidFill>
            <a:srgbClr val="DFF6FA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068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(concept)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3068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+ multi-parameter adaptation in a pillow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306824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Unproven — no prototype yet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Work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3911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a partner to build and own the technical side. Equity-based; terms discussed once there's mutual fit.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3911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Industrial Design Partner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or collaborative arrangement to design and build a first working prototype.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079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77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Collaboration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Small-batch or contract manufacturer interested in co-developing, not just filling an order.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03520" cy="1783080"/>
          </a:xfrm>
          <a:prstGeom prst="roundRect">
            <a:avLst>
              <a:gd name="adj" fmla="val 5128"/>
            </a:avLst>
          </a:prstGeom>
          <a:solidFill>
            <a:srgbClr val="F4F6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05079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9776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(later stage)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63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working prototype exists, licensing the concept and brand becomes realistic — not before.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 /  WHAT IT ISN'T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Plainly, So There's No Wasted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32038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worked-out product concept and system design direction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 personally motivated to solve his own problem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starting point for a real conversation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invitation to build something together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132038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finished, de-risked asset ready to acquire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clinically validated or regulatory-cleared product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guaranteed-return investment with a fixed exit timeline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confidential formal securities offering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NeuroSleep — Concept Overview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  ·  347235447@qq.com  ·  WeChat 18603567665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 to Build This Together?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one right technical or hardware partner — not a bidding process. I read and reply to every message myself.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074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xhsj2005@gmail.com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(ALT)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846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347235447@qq.com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WECHAT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618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18603567665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Concept-stage project. No prototype, patent, or team beyond the founder exists yet.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2026-09-08T11:08:18Z</dcterms:created>
  <dcterms:modified xsi:type="dcterms:W3CDTF">2026-09-08T11:08:18Z</dcterms:modified>
</cp:coreProperties>
</file>